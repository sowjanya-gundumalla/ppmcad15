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461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Networking: Services &amp; Service Discovery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Pods Find and Talk to Each Other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Services are needed (ephemeral Pod IPs)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ClusterIP, NodePort, and LoadBalancer service types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Kubernetes discovers services via DNS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label selectors to route traffic to Pods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and troubleshoot service connectivity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multi-service architectures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Networking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can't we just use Pod IPs?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Pod IPs are Ephemeral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are replaced constantly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Pod gets new IP address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code can't hardcode backend 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up/down breaks connectivity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Service IPs are Stable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has fixed ClusterIP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has stable DNS name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come and go, Service remains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balanced across all Pods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Kubernetes Service?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stable network endpoint for accessing Pods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92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 provides: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907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36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79070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Virtual IP (ClusterIP) that never changes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93620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393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29362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name: my-service.default.svc.cluster.local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7965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422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79654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selectors to identify target Pods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3299460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34518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29946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balancing across multiple Pod replicas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38023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810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380238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mapping (TCP/UDP) and port translation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58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ClusterIP: Internal Service Communication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service type for cluster-to-cluster communication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ClusterIP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virtual IP only for cluster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routable only within the cluster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 forwards traffic to Pods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iptables or IPVS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service 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ClusterIP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Service-to-service 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APIs accessed by frontend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access from app servers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microservice mesh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of service use cases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11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NodePort: Access from Outside the Cluster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service on a node's static port (30000-32767)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NodePort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Allocates port from 30000-32767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on EVERY worker node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&lt;node-ip&gt;:&lt;node-port&gt;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ClusterIP internally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 listens on each node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NodePort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and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external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in non-prod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applications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production traffic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LoadBalancer: Cloud-Native External Access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 a cloud-provider Layer 4 (TCP/UDP) load balancer  e.g., AWS NLB, Azure Load Balancer, GCP TCP Load Balancer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LoadBalancer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 cloud LB (AWS/GCP/Azure)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external IP from provider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High-availability load balancing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NodePort internally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Traffic: LB → Node → Pod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LoadBalancer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external APIs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services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Multi-zone high availability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SSL termination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for EKS/GKE/AKS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Service Discovery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 resolves service names within the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DNS Names (FQDN)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format: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74980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my-service.my-namespace.svc.cluster.local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same namespace, use short form: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74980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 Workflow: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Pod makes DNS query (e.g., curl backend-service)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Kubelet forwards to CoreDNS (10.96.0.10:53)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CoreDNS looks up service in etcd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Returns ClusterIP (e.g., 10.96.1.42)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Pod connects to ClusterIP, kube-proxy routes to backing Pods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&amp; Label Selectors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services know which Pods to route traffic 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Selectors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on Pods: app=backend, env=prod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uses selector to find matching Pods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Pods match one selector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selector: app: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Object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Auto-created by Kubernetes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list of Pod IPs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when Pods join/leave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Watched by kube-proxy for changes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Architecture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application with stable service communication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91440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LoadBalancer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508760"/>
            <a:ext cx="731520" cy="457200"/>
          </a:xfrm>
          <a:prstGeom prst="rightArrow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0" y="1280160"/>
            <a:ext cx="2560320" cy="91440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ClusterIP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508760"/>
            <a:ext cx="731520" cy="457200"/>
          </a:xfrm>
          <a:prstGeom prst="rightArrow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914400" cy="91440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0" y="1280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Flow: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users → LoadBalancer external 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Pods receive traffic on Port 80/443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calls backend-service ClusterIP:8080 (DNS resolved)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Pods receive request, call database-service ClusterIP:5432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internal traffic uses ClusterIP, no node IP exposure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has label selector to find its Pods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Service YAML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
kind: Service
metadata:
  name: my-app
  namespace: default
spec:
  type: ClusterIP        # or NodePort, LoadBalancer
  ports:
    - port: 80           # Service port
      targetPort: 8080   # Pod container port
      protocol: TCP
  selector:
    app: my-app          # Match Pods with label
    environment: prod    # Multiple selectors = AND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on Pods: metadata.labels: {app: my-app, environment: prod}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Service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services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svc my-app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service details &amp; endpoints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endpoints (backing Pods)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svc/my-app 8080:80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port forward to 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service.yaml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Create/update service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svc my-app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30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pod -- curl backend-service:8080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service DNS from pod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1049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765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818</Words>
  <Application>Microsoft Office PowerPoint</Application>
  <PresentationFormat>On-screen Show (16:9)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Services &amp; Service Discovery</dc:title>
  <dc:subject>PptxGenJS Presentation</dc:subject>
  <dc:creator>Kubernetes Training</dc:creator>
  <cp:lastModifiedBy>KubeCraft Technologies</cp:lastModifiedBy>
  <cp:revision>6</cp:revision>
  <dcterms:created xsi:type="dcterms:W3CDTF">2026-03-26T19:33:04Z</dcterms:created>
  <dcterms:modified xsi:type="dcterms:W3CDTF">2026-04-10T18:45:50Z</dcterms:modified>
</cp:coreProperties>
</file>