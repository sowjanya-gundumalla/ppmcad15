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60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0793" y="788953"/>
            <a:ext cx="982414" cy="982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with AWS Load Balancer Controller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routing for your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Ingress problem: single load balancer for multiple services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AWS Load Balancer Controller architecture and how it works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path-based and host-based routing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ALB annotations for AWS integration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AWS LBC with Helm and IRSA service account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ingress traffic flow in AWS Console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services = multiple LoadBalancers = cost explosion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Ingress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gets its own 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LB: $0.025/hour = ~$180/month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Service LB: +$180/month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LB: +$180/month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3 LBs = ~$540/month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multiple DNS entries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Ingress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ALB for all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LB: ~$180/month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cost reduction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Path/host routing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DNS management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Ingress?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layer for external traffic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= single LoadBalancer + smart routing 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point: customers connect to one IP/domain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rules: /api → api-service, /admin → admin-service, / → frontend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routing: shop.example.com → shop-service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TLS/SSL termination: HTTPS at the LB level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protocols: HTTP, HTTPS, gRPC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Ingress: Two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both to make it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that runs in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Ingress objects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underlying 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AWS LBC (Load Balancer Controller), Azure AGIC (Application Gateway Ingress Controller), Ingress Nginx Controller (deprecated) etc.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Resource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manifest (like Services)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Declares routing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hostnames, paths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backend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reads &amp; acts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Load Balancer 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AWS ALB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creates ALB when Ingress is deployed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Target Groups (EC2 instances or Pod IPs)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listener rules (path/host routing)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AWS ACM for SSL certificates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644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IRSA (IAM Roles for Service Accounts) for permissions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AWS API keys needed in Kubernetes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ALB and NLB creation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AWS Load Balancer Controller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from internet to pod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573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57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requests: http://example.com/api/users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resolves to ALB IP (created by AWS LBC)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226564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2265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listener receives request on port 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688336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61518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rules evaluate: path == '/api' → route to api-service target group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3195828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1958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1455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sends request to pod IP (or EC2 instance if instance mode)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6576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receives request, returns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16509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1650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114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returns response to browser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paths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(root)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571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4429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1287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328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 routes to a different backend service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domains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78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809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shop.example.com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809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93620"/>
            <a:ext cx="4114800" cy="54864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3667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admin.example.com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3667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94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0525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api.example.com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0525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9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ALB IP, multiple domains - register all in DNS pointing to same ALB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AWS LBC Annotations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ALB behavior with annotations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alb.ingress.kubernetes.io/scheme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internet-facing | internal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Internet-facing: public ALB. Internal: private ALB.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alb.ingress.kubernetes.io/target-type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ip | instance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direct to pod. Instance: via EC2. IP preferred with VPC CNI.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alb.ingress.kubernetes.io/group.name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my-group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single ALB across multiple Ingress objects.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alb.ingress.kubernetes.io/listen-ports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[{"HTTP": 80}, {"HTTPS": 443}]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listener ports and protocols.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Ingress YAML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6240" y="914400"/>
            <a:ext cx="3924300" cy="40462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8160" y="1005840"/>
            <a:ext cx="35433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my-app-ingress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alb.ingress.kubernetes.io/scheme: internet-facing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alb.ingress.kubernetes.io/target-type: ip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alb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http: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frontend-svc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/api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api-svc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8080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0" y="4434840"/>
            <a:ext cx="41148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7560" y="44348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with AWS LBC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2400" y="10515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60" y="2423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768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8</cp:revision>
  <dcterms:created xsi:type="dcterms:W3CDTF">2026-03-26T19:32:50Z</dcterms:created>
  <dcterms:modified xsi:type="dcterms:W3CDTF">2026-04-12T08:57:19Z</dcterms:modified>
</cp:coreProperties>
</file>