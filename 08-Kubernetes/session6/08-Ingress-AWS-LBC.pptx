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606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with AWS Load Balancer Controller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routing for your applications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Ingress problem: single load balancer for multiple services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AWS Load Balancer Controller architecture and how it works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path-based and host-based routing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ALB annotations for AWS integration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AWS LBC with Helm and IRSA service account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360" y="4480560"/>
            <a:ext cx="365760" cy="36576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097280" y="43891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ingress traffic flow in AWS Console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services = multiple LoadBalancers = cost explosion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33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Ingress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Service gets its own LB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LB: $0.025/hour = ~$180/month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Service LB: +$180/month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Panel LB: +$180/month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3 LBs = ~$540/month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multiple DNS entries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Ingress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ALB for all services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LB: ~$180/month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cost reduction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Path/host routing rules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DNS management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entry point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Ingress?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layer for external traffic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solidFill>
            <a:srgbClr val="E8EE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= single LoadBalancer + smart routing rules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entry point: customers connect to one IP/domain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rules: /api → api-service, /admin → admin-service, / → frontend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Host-based routing: shop.example.com → shop-service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TLS/SSL termination: HTTPS at the LB level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protocols: HTTP, HTTPS, gRPC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Ingress: Two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both to make it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Controller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that runs in cluster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Ingress objects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Configures underlying LB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AWS LBC (Load Balancer Controller), Azure AGIC (Application Gateway Ingress Controller), Ingress Nginx Controller (deprecated) etc.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Resource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manifest (like Services)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Declares routing rules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Specifies hostnames, paths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backend services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reads &amp; acts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Load Balancer Controller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Kubernetes-native AWS ALB automation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creates ALB when Ingress is deployed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4767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Target Groups (EC2 instances or Pod IPs)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86584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Configures listener rules (path/host routing)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825496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with AWS ACM for SSL certificates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IRSA (IAM Roles for Service Accounts) for permissions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AWS API keys needed in Kubernetes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14223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ALB and NLB creation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AWS Load Balancer Controller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flow from internet to pod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94360" y="1257300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94360" y="12573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207008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requests: http://example.com/api/users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8229600" cy="411480"/>
          </a:xfrm>
          <a:prstGeom prst="rect">
            <a:avLst/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645920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resolves to ALB IP (created by AWS LBC)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94360" y="2226564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94360" y="22265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176272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 listener receives request on port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596896"/>
            <a:ext cx="8229600" cy="411480"/>
          </a:xfrm>
          <a:prstGeom prst="rect">
            <a:avLst/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94360" y="2688336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94360" y="26883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2615184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 rules evaluate: path == '/api' → route to api-service target group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94360" y="3195828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94360" y="31958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145536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 sends request to pod IP (or EC2 instance if instance mode)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594360" y="3657600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94360" y="3657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3584448"/>
            <a:ext cx="7589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receives request, returns response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096512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594360" y="4165092"/>
            <a:ext cx="274320" cy="2743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94360" y="41650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05840" y="411480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 returns response to browser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Path-Based Routing Example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paths → different services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92580"/>
            <a:ext cx="2286000" cy="4572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5925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(root)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757172"/>
            <a:ext cx="731520" cy="128016"/>
          </a:xfrm>
          <a:prstGeom prst="rect">
            <a:avLst/>
          </a:prstGeom>
          <a:solidFill>
            <a:srgbClr val="7A8BB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749040" y="1592580"/>
            <a:ext cx="2286000" cy="4572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0" y="15925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frontend-service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592580"/>
            <a:ext cx="2286000" cy="457200"/>
          </a:xfrm>
          <a:prstGeom prst="rect">
            <a:avLst/>
          </a:prstGeom>
          <a:solidFill>
            <a:srgbClr val="E8F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217920" y="15925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78380"/>
            <a:ext cx="2286000" cy="4572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" y="22783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26080" y="2442972"/>
            <a:ext cx="731520" cy="128016"/>
          </a:xfrm>
          <a:prstGeom prst="rect">
            <a:avLst/>
          </a:prstGeom>
          <a:solidFill>
            <a:srgbClr val="7A8BB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749040" y="2278380"/>
            <a:ext cx="2286000" cy="4572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749040" y="22783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api-service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278380"/>
            <a:ext cx="2286000" cy="457200"/>
          </a:xfrm>
          <a:prstGeom prst="rect">
            <a:avLst/>
          </a:prstGeom>
          <a:solidFill>
            <a:srgbClr val="E8F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17920" y="22783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:8080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964180"/>
            <a:ext cx="2286000" cy="4572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57200" y="29641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/admin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3128772"/>
            <a:ext cx="731520" cy="128016"/>
          </a:xfrm>
          <a:prstGeom prst="rect">
            <a:avLst/>
          </a:prstGeom>
          <a:solidFill>
            <a:srgbClr val="7A8BB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3749040" y="2964180"/>
            <a:ext cx="2286000" cy="4572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749040" y="29641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admin-service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964180"/>
            <a:ext cx="2286000" cy="457200"/>
          </a:xfrm>
          <a:prstGeom prst="rect">
            <a:avLst/>
          </a:prstGeom>
          <a:solidFill>
            <a:srgbClr val="E8F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17920" y="29641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38328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path routes to a different backend service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Host-Based Routing Example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domains → different services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7820"/>
            <a:ext cx="41148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6809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shop.example.com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68097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shop-service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93620"/>
            <a:ext cx="4114800" cy="548640"/>
          </a:xfrm>
          <a:prstGeom prst="rect">
            <a:avLst/>
          </a:prstGeom>
          <a:solidFill>
            <a:srgbClr val="F4F7F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0080" y="23667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admin.example.com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236677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admin-service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9420"/>
            <a:ext cx="41148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0080" y="305257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api.example.com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0" y="305257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api-service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9395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ALB IP, multiple domains - register all in DNS pointing to same ALB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AWS LBC Annotations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ALB behavior with annotations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alb.ingress.kubernetes.io/scheme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Value: internet-facing | internal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Internet-facing: public ALB. Internal: private ALB.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alb.ingress.kubernetes.io/target-type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3957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Value: ip | instance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IP: direct to pod. Instance: via EC2. IP preferred with VPC CNI.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alb.ingress.kubernetes.io/group.name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Value: my-group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single ALB across multiple Ingress objects.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alb.ingress.kubernetes.io/listen-ports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2245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Value: [{"HTTP": 80}, {"HTTPS": 443}]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listener ports and protocols.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Ingress YAML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96240" y="914400"/>
            <a:ext cx="3924300" cy="40462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18160" y="1005840"/>
            <a:ext cx="35433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networking.k8s.io/v1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Ingress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my-app-ingress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alb.ingress.kubernetes.io/scheme: internet-facing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alb.ingress.kubernetes.io/target-type: ip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ingressClassName: alb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rules: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http: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paths: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path: /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pathType: Prefix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backend: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service: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name: frontend-svc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port: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number: 80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path: /api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pathType: Prefix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backend: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service: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name: api-svc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port:</a:t>
            </a:r>
            <a:endParaRPr lang="en-US" sz="8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number: 8080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0" y="4434840"/>
            <a:ext cx="411480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337560" y="44348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Path-based routing with AWS LBC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2400" y="105156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1960" y="2423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768</Words>
  <Application>Microsoft Office PowerPoint</Application>
  <PresentationFormat>On-screen Show (16:9)</PresentationFormat>
  <Paragraphs>147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KubeCraft Technologies</cp:lastModifiedBy>
  <cp:revision>7</cp:revision>
  <dcterms:created xsi:type="dcterms:W3CDTF">2026-03-26T19:32:50Z</dcterms:created>
  <dcterms:modified xsi:type="dcterms:W3CDTF">2026-04-10T19:01:12Z</dcterms:modified>
</cp:coreProperties>
</file>