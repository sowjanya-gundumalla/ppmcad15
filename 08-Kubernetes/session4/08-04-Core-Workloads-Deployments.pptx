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69" r:id="rId12"/>
    <p:sldId id="271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7108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1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Workloads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Pods, ReplicaSets &amp; Deployments - Managing Application Lifecycle at Scale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ReplicaSet role in maintaining pod replicas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Deployment as the standard abstraction layer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rolling updates and rollback strategies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scaling: manual and horizontal auto-scaling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resource requests &amp; limits for pod scheduling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" y="448056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97280" y="43891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 pod lifecycle and deployment issues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Pod Recap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from Session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297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Pod?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3380" y="1645920"/>
            <a:ext cx="80391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deployable unit in Kubernetes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runs 1 container (sometimes 2-3 tightly coupled)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network namespace: containers share IP &amp; port space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Ephemeral: created and destroyed dynamically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pod creation rarely used in 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manual pod management fails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Pod Issues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crashes → application down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restart required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scaling: single pod has limits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updates: restart every pod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visibility into failure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maintain consistency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Auto-restart on failure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desired # of replicas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scale up/down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Zero-downtime updates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rollback on error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state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ReplicaSets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N replicas are always running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responsibility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pod count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label selectors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used directly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FF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0" y="1554480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defines: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replicas: 3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(which pods)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template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Constantly reconciles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 layer managing ReplicaSets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1920240"/>
            <a:ext cx="54864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ReplicaSet (revision 1)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2560320"/>
            <a:ext cx="2286000" cy="36576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560320"/>
            <a:ext cx="2286000" cy="36576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update a Deployment: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new ReplicaSet (revision 2)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old RS down gradually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new RS up (rolling update)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old RS for easy rollback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Deployments Over ReplicaSets?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 are the standard production choice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64592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Updates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Gradually replace old pods with new ones. Zero downtime.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931920" cy="1645920"/>
          </a:xfrm>
          <a:prstGeom prst="rect">
            <a:avLst/>
          </a:prstGeom>
          <a:solidFill>
            <a:srgbClr val="E8F8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Capability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revert to previous working version on error.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3931920" cy="1645920"/>
          </a:xfrm>
          <a:prstGeom prst="rect">
            <a:avLst/>
          </a:prstGeom>
          <a:solidFill>
            <a:srgbClr val="FFF0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History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every deployment version automatically.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246120"/>
            <a:ext cx="3931920" cy="1645920"/>
          </a:xfrm>
          <a:prstGeom prst="rect">
            <a:avLst/>
          </a:prstGeom>
          <a:solidFill>
            <a:srgbClr val="F0E8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776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Strategies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794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how updates roll out: aggressive or conservative.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Strategies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RollingUpdate vs Recreate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RollingUpdate (Default)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Gradually replace pods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&amp; new versions coexist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downtime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deployment 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for production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breaking changes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all old pods first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create new ones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downtime window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deployment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testing/dev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migrations needed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Mechanism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maintains revision history automatically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stores old ReplicaSets as revisions — instant rollback!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219456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history deployment/my-app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revision 1: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revision 2: ... (current)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undo deployment/my-app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scales new RS down, old RS back up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Deployment Commands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deployment app --image=nginx:1.24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deployment imperatively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deployment.yaml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5361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Apply/update deployment declaratively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75104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9751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status deployment/app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9751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deployment progress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24140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history deployment/app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4140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revision history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undo deployment/app --to-revision=1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8529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to specific revision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deployment/app --replicas=5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291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scale replicas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3075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7307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set image deployment/app nginx=nginx:1.25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7307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container image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69664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41696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delete deployment app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1696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deployment (cascading deletes pods)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Requests &amp; Limits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Controlling pod scheduling and runtime behavior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Requests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resources pod needs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uses for placement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won't start if insufficient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 for pod's lifetime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0 (not recommended!)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 always set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Limits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allowed resources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enforces hard limit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OOMKilled if exceed memory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throttled if exceed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unlimited (dangerous!)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noisy neighbors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7640" y="142494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965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589</Words>
  <Application>Microsoft Office PowerPoint</Application>
  <PresentationFormat>On-screen Show (16:9)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KubeCraft Technologies</cp:lastModifiedBy>
  <cp:revision>3</cp:revision>
  <dcterms:created xsi:type="dcterms:W3CDTF">2026-03-26T19:27:41Z</dcterms:created>
  <dcterms:modified xsi:type="dcterms:W3CDTF">2026-04-05T06:03:25Z</dcterms:modified>
</cp:coreProperties>
</file>